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AI Agent Guidance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486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EEFF"/>
                </a:solidFill>
                <a:latin typeface="Calibri"/>
              </a:rPr>
              <a:t>Monorepo  ·  Independent Repo  ·  edge-ai-libraries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987552"/>
            <a:ext cx="2286000" cy="384048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00584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987552"/>
            <a:ext cx="3337560" cy="384048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005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987552"/>
            <a:ext cx="6172200" cy="384048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00584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How it is used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1417320"/>
            <a:ext cx="2286000" cy="713232"/>
          </a:xfrm>
          <a:prstGeom prst="rect">
            <a:avLst/>
          </a:prstGeom>
          <a:solidFill>
            <a:srgbClr val="E6F2FB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1453896"/>
            <a:ext cx="21214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68B5"/>
                </a:solidFill>
                <a:latin typeface="Calibri"/>
              </a:rPr>
              <a:t>.github/copilot-
instructions.md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1417320"/>
            <a:ext cx="3337560" cy="713232"/>
          </a:xfrm>
          <a:prstGeom prst="rect">
            <a:avLst/>
          </a:prstGeom>
          <a:solidFill>
            <a:srgbClr val="E6F2FB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1453896"/>
            <a:ext cx="31729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Primary canonical
AI agent policy 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417320"/>
            <a:ext cx="6172200" cy="713232"/>
          </a:xfrm>
          <a:prstGeom prst="rect">
            <a:avLst/>
          </a:prstGeom>
          <a:solidFill>
            <a:srgbClr val="E6F2FB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453896"/>
            <a:ext cx="60076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Always-loaded global rules: security defaults, SPDX licensing, repo structure, dev workflows. Both Copilot and other agents start here.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2176272"/>
            <a:ext cx="2286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2212848"/>
            <a:ext cx="21214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68B5"/>
                </a:solidFill>
                <a:latin typeface="Calibri"/>
              </a:rPr>
              <a:t>CLAUDE.md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2176272"/>
            <a:ext cx="33375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2212848"/>
            <a:ext cx="31729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Claude Code
entrypoint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176272"/>
            <a:ext cx="6172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212848"/>
            <a:ext cx="60076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3-line pointer only: 'read copilot-instructions.md + skills/'. No duplicated policy. Keeps Claude aligned with the single source of truth.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" y="2935224"/>
            <a:ext cx="2286000" cy="713232"/>
          </a:xfrm>
          <a:prstGeom prst="rect">
            <a:avLst/>
          </a:prstGeom>
          <a:solidFill>
            <a:srgbClr val="E6F2FB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" y="2971800"/>
            <a:ext cx="21214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68B5"/>
                </a:solidFill>
                <a:latin typeface="Calibri"/>
              </a:rPr>
              <a:t>.cursor/rules/
*.mdc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8880" y="2935224"/>
            <a:ext cx="3337560" cy="713232"/>
          </a:xfrm>
          <a:prstGeom prst="rect">
            <a:avLst/>
          </a:prstGeom>
          <a:solidFill>
            <a:srgbClr val="E6F2FB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2971800"/>
            <a:ext cx="31729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Cursor IDE rules
(alwaysApply)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2935224"/>
            <a:ext cx="6172200" cy="713232"/>
          </a:xfrm>
          <a:prstGeom prst="rect">
            <a:avLst/>
          </a:prstGeom>
          <a:solidFill>
            <a:srgbClr val="E6F2FB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2971800"/>
            <a:ext cx="60076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Front-matter driven routing file. Points Cursor at canonical instructions and skill-catalog.json. Kept intentionally minimal - no local policy.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3694176"/>
            <a:ext cx="22860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3730752"/>
            <a:ext cx="21214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68B5"/>
                </a:solidFill>
                <a:latin typeface="Calibri"/>
              </a:rPr>
              <a:t>.github/skills/
&lt;name&gt;/SKILL.md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3694176"/>
            <a:ext cx="33375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0" y="3730752"/>
            <a:ext cx="31729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On-demand task
playbooks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3694176"/>
            <a:ext cx="6172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3730752"/>
            <a:ext cx="60076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33"/>
                </a:solidFill>
                <a:latin typeface="Calibri"/>
              </a:rPr>
              <a:t>Loaded only when relevant (deploy, build, debug, security review). Each skill has a SKILL.md + optional references/ folder. Not always-on.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2" y="4498848"/>
            <a:ext cx="5760720" cy="30175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450799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MONOREPO PATTERN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498848"/>
            <a:ext cx="5760720" cy="301752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79" y="450799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INDEPENDENT REPO PATTERN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4818888"/>
            <a:ext cx="5760720" cy="1353312"/>
          </a:xfrm>
          <a:prstGeom prst="rect">
            <a:avLst/>
          </a:prstGeom>
          <a:solidFill>
            <a:srgbClr val="E6F2FB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" y="4864608"/>
            <a:ext cx="55321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1  Root .github/copilot-instructions.md  -&gt;  global policy
2  Component copilot-instructions.md  -&gt;  narrow scope per service
3  CLAUDE.md / .cursor rules  -&gt;  thin pointers only
4  .github/skills/  (root + per-component task skills)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818888"/>
            <a:ext cx="5760720" cy="1353312"/>
          </a:xfrm>
          <a:prstGeom prst="rect">
            <a:avLst/>
          </a:prstGeom>
          <a:solidFill>
            <a:srgbClr val="E6F2FB"/>
          </a:solidFill>
          <a:ln w="635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91656" y="4864608"/>
            <a:ext cx="55321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1  Root .github/copilot-instructions.md  -&gt;  single policy file
2  Optional CLAUDE.md / .cursor pointer
3  .github/skills/  for deep task workflows
4  No duplication  -  one truth, everywhere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620256"/>
            <a:ext cx="11612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66666"/>
                </a:solidFill>
                <a:latin typeface="Calibri"/>
              </a:rPr>
              <a:t>KEY RULE: One source of truth. CLAUDE.md / .mdc files are pointers - never policy. Skills are opt-in, not always-on.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